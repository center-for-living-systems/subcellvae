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457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5161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Arial"/>
              </a:rPr>
              <a:t>Image Normalization Strategies — SubCellAE Patch Prep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585216"/>
            <a:ext cx="11551615" cy="502920"/>
          </a:xfrm>
          <a:prstGeom prst="rect">
            <a:avLst/>
          </a:prstGeom>
          <a:solidFill>
            <a:srgbClr val="FFFBE6"/>
          </a:solidFill>
          <a:ln w="19050">
            <a:solidFill>
              <a:srgbClr val="E8C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585216"/>
            <a:ext cx="54864" cy="502920"/>
          </a:xfrm>
          <a:prstGeom prst="rect">
            <a:avLst/>
          </a:prstGeom>
          <a:solidFill>
            <a:srgbClr val="E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1368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 b="1" i="0">
                <a:solidFill>
                  <a:srgbClr val="5A4000"/>
                </a:solidFill>
                <a:latin typeface="Arial"/>
              </a:rPr>
              <a:t>Pre-step (optional, all modes) — Rolling Ball Background Subtraction    </a:t>
            </a:r>
            <a:r>
              <a:rPr sz="1000" b="0" i="0">
                <a:solidFill>
                  <a:srgbClr val="5A4000"/>
                </a:solidFill>
                <a:latin typeface="Courier New"/>
              </a:rPr>
              <a:t>img = img − rolling_ball(img, radius=10)</a:t>
            </a:r>
            <a:r>
              <a:rPr sz="1000" b="0" i="0">
                <a:solidFill>
                  <a:srgbClr val="5A4000"/>
                </a:solidFill>
                <a:latin typeface="Arial"/>
              </a:rPr>
              <a:t>   ·   Removes slow background variation before normalization   ·   Percentile stats re-computed on RB-corrected pixels   ·   No zero-clipping applied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197864"/>
          <a:ext cx="11551613" cy="5568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677"/>
                <a:gridCol w="2570234"/>
                <a:gridCol w="2570234"/>
                <a:gridCol w="2570234"/>
                <a:gridCol w="2570234"/>
              </a:tblGrid>
              <a:tr h="55686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Dataset Percentile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Image Percentile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Cell Inside/Outside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Cell Min-Max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</a:tr>
              <a:tr h="556869"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"dataset"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"image"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"cell_insideoutside"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"cell_minmax"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869"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Step 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p_lo, p_hi = percentile(
  all pixels in set, 0.2/99.8)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p_lo, p_hi = percentile(
  this image, 1/99)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int1 = img − median(outside)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int1 = img − mean(outside)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56869"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Step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out = clip(
  (img−p_lo)/(p_hi−p_lo), 0,1)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out = clip(
  (img−p_lo)/(p_hi−p_lo), 0,1)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int2 = int1 / mean(int1[inside])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scale = percentile(
  int1[inside], 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869"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Step 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out = int2 / scale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  (default 5)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out = clip(int1/scale, 0, 1)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56869"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Stats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Whole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Per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Per image + mask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Per image + mask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869"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BG reference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Global percentile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Per-image percentile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Median of outside pixels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Mean of outside pixels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56869"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Output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[0,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[0,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~[0, 1]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 (fixed scale)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ourier New"/>
                        </a:rPr>
                        <a:t>[0,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869"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Mask needed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56875"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Cross-image comparable. Requires full dataset pass. Recommended baseline.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No cross-image comparability. No pre-computation.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Robust to BG outliers via median. Scale keeps range predictable.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Matches Alana's notebook. 99th-pct avoids single-pixel compression.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